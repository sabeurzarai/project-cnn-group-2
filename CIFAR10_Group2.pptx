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8" y="-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35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B85042">
              <a:alpha val="12000"/>
            </a:srgbClr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CIFAR-10 Image Classification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from a simple CNN to transfer learning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0972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Domien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Sabeur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4572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Project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with CNNs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did, in one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02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→ transfer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2044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6002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88.94%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2628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CNN — Model 8)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20440" cy="2103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6002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2.75%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321040" y="2651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train-test gap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(transfer learning — Model 9)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 —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 layer gets us to ~55% test accuracy.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 —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VGG-style blocks + BatchNorm + Adam push us past 75%, but the model starts overfitting.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 —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data augmentation and L2 bring test accuracy to ~89%.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(smartly) —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VGG16 gives us 87% with the smallest gap.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— CIFAR-10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60,000 tiny colour images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training  •  10,000 test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 pixels, 3 colour channels (RGB)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balanced classes — 6,000 images per class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classes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36118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400" dirty="0"/>
          </a:p>
        </p:txBody>
      </p:sp>
      <p:pic>
        <p:nvPicPr>
          <p:cNvPr id="8" name="Image 0" descr="/home/claude/nb_images/cell06_img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120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random samples from each class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the data</a:t>
            </a:r>
            <a:endParaRPr lang="en-US" sz="3000" dirty="0"/>
          </a:p>
        </p:txBody>
      </p:sp>
      <p:pic>
        <p:nvPicPr>
          <p:cNvPr id="3" name="Image 0" descr="/home/claude/pres/prep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124712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572000"/>
            <a:ext cx="73152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4572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5029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pixels from 0–255 to 0–1. Gradients behave better.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43400" y="4572000"/>
            <a:ext cx="73152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4572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One-hot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0" y="5029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class 3 into [0,0,0,1,0,0,0,0,0,0]. Needed for the softmax loss.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38160" y="4572000"/>
            <a:ext cx="73152" cy="1645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572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366760" y="5029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flips, rotations and shifts — effectively a larger training set, fights overfitting.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— and how we got there</a:t>
            </a:r>
            <a:endParaRPr lang="en-US" sz="3000" dirty="0"/>
          </a:p>
        </p:txBody>
      </p:sp>
      <p:pic>
        <p:nvPicPr>
          <p:cNvPr id="3" name="Image 0" descr="/home/claude/pre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1247120" cy="265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67716" y="4434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7716" y="4434840"/>
            <a:ext cx="73152" cy="1737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2036" y="4617720"/>
            <a:ext cx="64008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2036" y="4617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73556" y="4617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CNN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2036" y="5212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Conv + Dense.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54.7%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20644" y="4434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20644" y="4434840"/>
            <a:ext cx="73152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94964" y="4617720"/>
            <a:ext cx="64008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94964" y="4617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26484" y="4617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94964" y="5212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convs, VGG-style.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50–61% — unstable.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3572" y="4434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73572" y="4434840"/>
            <a:ext cx="73152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7892" y="4617720"/>
            <a:ext cx="64008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7892" y="4617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9412" y="4617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training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47892" y="5212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BatchNorm,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momentum. 66→75%.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26500" y="4434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26500" y="4434840"/>
            <a:ext cx="73152" cy="1737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00820" y="4617720"/>
            <a:ext cx="64008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00820" y="4617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M7-8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32340" y="4617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300820" y="5212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Augment + L2.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88.9% test.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made it better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2288" y="1371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6608" y="169164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6608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61008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Normalization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6608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layer activations. Lets us train deeper and faster.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2768" y="1371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7088" y="169164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7088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01488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7088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drops 30–50% of neurons each step. Fights overfitting.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3248" y="137160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7568" y="1691640"/>
            <a:ext cx="777240" cy="7772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7568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41968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Regularization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27568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weights. Keeps the model simpler and generalising.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2288" y="37033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608" y="4023360"/>
            <a:ext cx="777240" cy="77724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608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61008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Augmentation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6608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/ rotate / shift — the model sees more variety, memorises less.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2768" y="37033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87088" y="4023360"/>
            <a:ext cx="777240" cy="777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7088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01488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Scheduling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87088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halves learning rate when val loss stalls.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53248" y="37033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27568" y="4023360"/>
            <a:ext cx="777240" cy="7772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27568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41968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27568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when val loss stops improving — saves time and weights.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Dropout + Augmentation + Early Stopping is the reliable baseline.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— standing on VGG16's shoulders</a:t>
            </a:r>
            <a:endParaRPr lang="en-US" sz="3000" dirty="0"/>
          </a:p>
        </p:txBody>
      </p:sp>
      <p:pic>
        <p:nvPicPr>
          <p:cNvPr id="3" name="Image 0" descr="/home/claude/pres/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1124712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VGG16?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8463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1.2M ImageNet photos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VGG architecture — same family we built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 in Keras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48463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top classifier (1000 ImageNet classes)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GlobalAvgPool → Dense(256) → Dropout → Softmax(10)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 freeze body, then fine-tune top layers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models compare</a:t>
            </a:r>
            <a:endParaRPr lang="en-US" sz="3000" dirty="0"/>
          </a:p>
        </p:txBody>
      </p:sp>
      <p:pic>
        <p:nvPicPr>
          <p:cNvPr id="3" name="Image 0" descr="/home/claude/nb_images/cell51_img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7315200" cy="2971800"/>
          </a:xfrm>
          <a:prstGeom prst="rect">
            <a:avLst/>
          </a:prstGeom>
        </p:spPr>
      </p:pic>
      <p:pic>
        <p:nvPicPr>
          <p:cNvPr id="4" name="Image 1" descr="/home/claude/nb_images/cell63_img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60520"/>
            <a:ext cx="7315200" cy="2468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467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8046720" y="1645920"/>
            <a:ext cx="384048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8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22960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custom CNN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88.94%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accuracy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88.8%</a:t>
            </a: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Precision: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7.6% (mild overfit)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46720" y="4160520"/>
            <a:ext cx="3840480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9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22960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(VGG16)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22960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87.05%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accuracy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229600" y="5486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86.9%</a:t>
            </a:r>
            <a:r>
              <a:rPr lang="en-US" sz="12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Precision: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0" y="5852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2.75% — best generalisation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model struggles</a:t>
            </a:r>
            <a:endParaRPr lang="en-US" sz="3000" dirty="0"/>
          </a:p>
        </p:txBody>
      </p:sp>
      <p:pic>
        <p:nvPicPr>
          <p:cNvPr id="3" name="Image 0" descr="/home/claude/nb_images/cell44_img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21792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92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Model 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4944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confusions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949440" y="1828800"/>
            <a:ext cx="54864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  ↔  dog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3232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body shape, fur and poses at 32×32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2880360"/>
            <a:ext cx="54864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 ↔  truck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323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wheels, boxy shape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0" y="3931920"/>
            <a:ext cx="54864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deer  ↔  horse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13232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proportions, grass backgrounds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49440" y="4983480"/>
            <a:ext cx="54864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0" y="4983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bird  ↔  airplane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13232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wings spread against sky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49440" y="6172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class: cat (74% recall)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 needs regularization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conv layers boosted accuracy but also the train-test gap. Dropout, L2 and augmentation were necessary to make it stick.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8912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changes, big effects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36118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SGD → Adam added 15%. Adding BatchNorm added 9%. Most gains came from training recipe, not architecture.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wins on generalization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36118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features trained on 1.2M images gave us the smallest gap (2.75%) — even though raw accuracy was slightly lower than Model 8.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5257800"/>
            <a:ext cx="12191695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LIVE DEPLOYMENT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 serving Model 8 — upload any image or try a random one per class.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•  CIFAR-10 CNNs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CIFAR-10 Image Classification with CNNs</dc:title>
  <dc:subject>PptxGenJS Presentation</dc:subject>
  <dc:creator>Group 2</dc:creator>
  <cp:lastModifiedBy>S Z</cp:lastModifiedBy>
  <cp:revision>2</cp:revision>
  <dcterms:created xsi:type="dcterms:W3CDTF">2026-04-17T10:52:28Z</dcterms:created>
  <dcterms:modified xsi:type="dcterms:W3CDTF">2026-04-17T11:14:14Z</dcterms:modified>
</cp:coreProperties>
</file>