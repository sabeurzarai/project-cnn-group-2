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Image Classification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Project Introduction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Train · Evaluate · Present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Bootcamp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🧠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CNN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that classifies images into categories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27832" y="9601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96012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7832" y="1143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🖼️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64992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Dataset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92424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or Animal-10 — both pre-labeled, both equivalent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81344" y="96012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96012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14300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📊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318504" y="21488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45936" y="2697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model, evaluation metrics, and a final presentation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just a lab — it's a realistic ML workflow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Choose Your Dataset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690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08960" y="100584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005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classes including animals, vehicles. You used this in labs. Small images (32×32), very fast to train.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069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4069080" cy="502920"/>
          </a:xfrm>
          <a:prstGeom prst="rect">
            <a:avLst/>
          </a:prstGeom>
          <a:solidFill>
            <a:srgbClr val="5B6FAD"/>
          </a:solidFill>
          <a:ln w="12700">
            <a:solidFill>
              <a:srgbClr val="5B6F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Animal-10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43800" y="100584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0058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8348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animal categories. Larger images, more realistic use case. Slightly more complex to work with.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CCEDE9"/>
          </a:solidFill>
          <a:ln w="12700">
            <a:solidFill>
              <a:srgbClr val="B0D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297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datasets are pre-labeled — no manual annotation needed. Your choice does NOT affect your grade.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Main Tasks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9436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resize your images. Data augmentation taught tomorrow — skip for now.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59436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86868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0058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CNN Architecture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141732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layers: Convolutional → Pooling → Fully Connected → Softmax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59436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3464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2971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Models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~10 models over 3 days. Try different layers, hyperparameters, strategies.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34640"/>
            <a:ext cx="594360" cy="1691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34640"/>
            <a:ext cx="594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9718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Thoroughly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3383280"/>
            <a:ext cx="3246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split. Accuracy, Precision, Recall, Confusion Matrix.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Accuracy — Expectations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2011680"/>
          </a:xfrm>
          <a:prstGeom prst="rect">
            <a:avLst/>
          </a:prstGeom>
          <a:solidFill>
            <a:srgbClr val="E05A5A"/>
          </a:solidFill>
          <a:ln w="12700">
            <a:solidFill>
              <a:srgbClr val="E05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12848" y="1783080"/>
            <a:ext cx="182880" cy="73152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23160" y="914400"/>
            <a:ext cx="1920240" cy="2011680"/>
          </a:xfrm>
          <a:prstGeom prst="rect">
            <a:avLst/>
          </a:prstGeom>
          <a:solidFill>
            <a:srgbClr val="E8943A"/>
          </a:solidFill>
          <a:ln w="12700">
            <a:solidFill>
              <a:srgbClr val="E894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874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1783080"/>
            <a:ext cx="182880" cy="73152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914400"/>
            <a:ext cx="192024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groups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10528" y="1783080"/>
            <a:ext cx="182880" cy="73152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914400"/>
            <a:ext cx="1920240" cy="2011680"/>
          </a:xfrm>
          <a:prstGeom prst="rect">
            <a:avLst/>
          </a:prstGeom>
          <a:solidFill>
            <a:srgbClr val="2D7A55"/>
          </a:solidFill>
          <a:ln w="12700">
            <a:solidFill>
              <a:srgbClr val="2D7A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0515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20840" y="18745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groups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8595360" cy="640080"/>
          </a:xfrm>
          <a:prstGeom prst="rect">
            <a:avLst/>
          </a:prstGeom>
          <a:solidFill>
            <a:srgbClr val="CCEDE9"/>
          </a:solidFill>
          <a:ln w="12700">
            <a:solidFill>
              <a:srgbClr val="B0D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Low accuracy early on is NORMAL and EXPECTED — the process matters more than the number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Plot your misclassified images!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mistaken for cat? Reasonable.   Cat mistaken for bicycle? Problem. Understand your errors.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Work as a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1965960" cy="2743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28600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 model as a team. One screen. Everyone understands.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03704" y="2103120"/>
            <a:ext cx="201168" cy="73152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04872" y="868680"/>
            <a:ext cx="1965960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↔️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404872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96312" y="23317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tries different model in own notebook.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79976" y="2103120"/>
            <a:ext cx="201168" cy="73152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1144" y="868680"/>
            <a:ext cx="1965960" cy="2743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81144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72584" y="23317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results. Decide next direction together.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56248" y="2103120"/>
            <a:ext cx="201168" cy="73152"/>
          </a:xfrm>
          <a:prstGeom prst="rect">
            <a:avLst/>
          </a:prstGeom>
          <a:solidFill>
            <a:srgbClr val="4A6580"/>
          </a:solidFill>
          <a:ln w="12700">
            <a:solidFill>
              <a:srgbClr val="4A65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57416" y="868680"/>
            <a:ext cx="1965960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57416" y="96012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↔️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757416" y="18288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again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48856" y="23317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 on promising models. Dead ends? Go back.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3794760"/>
            <a:ext cx="8686800" cy="731520"/>
          </a:xfrm>
          <a:prstGeom prst="rect">
            <a:avLst/>
          </a:prstGeom>
          <a:solidFill>
            <a:srgbClr val="CCEDE9"/>
          </a:solidFill>
          <a:ln w="12700">
            <a:solidFill>
              <a:srgbClr val="B0D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947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Tips: </a:t>
            </a:r>
            <a:pPr indent="0" marL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separate Jupyter notebooks per model  |  Save every model with Pickle  |  Track results in a spreadsheet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Models — Use a Spreadsheet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301752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1188720"/>
                <a:gridCol w="1097280"/>
                <a:gridCol w="109728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Conv 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- start 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Conv layers (+2)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= better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Conv + 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LR — dead end 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Conv + augment.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 helps a lot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77640"/>
            <a:ext cx="8595360" cy="594360"/>
          </a:xfrm>
          <a:prstGeom prst="rect">
            <a:avLst/>
          </a:prstGeom>
          <a:solidFill>
            <a:srgbClr val="CCEDE9"/>
          </a:solidFill>
          <a:ln w="12700">
            <a:solidFill>
              <a:srgbClr val="B0D8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1–2 things between models so you know what actually made a difference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Mandatory vs Optional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77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97764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MANDATORY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and load your dataset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Pre-process: normalize &amp; resize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CNN (conv, pool, FC, softmax)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models (~10)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accuracy, precision, recall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confusion matrix + example errors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10% of data for testing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Submit: code, slides PDF, README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86868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868680"/>
            <a:ext cx="4206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68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OPTIONAL (+1 pt each)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(lesson tomorrow)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simple upload webpage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your own pet photos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creative 'medal' addition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17720" y="3291840"/>
            <a:ext cx="4206240" cy="1143000"/>
          </a:xfrm>
          <a:prstGeom prst="rect">
            <a:avLst/>
          </a:prstGeom>
          <a:solidFill>
            <a:srgbClr val="FDE8E8"/>
          </a:solidFill>
          <a:ln w="12700">
            <a:solidFill>
              <a:srgbClr val="E8B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337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POINT DEDUCTIONS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3703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over time in presentation  −1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deliverables (README, slides)  −1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Schedule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dataset + explore 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builds first model together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each member tries variations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at least 1 working model by EOD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743200" cy="685800"/>
          </a:xfrm>
          <a:prstGeom prst="rect">
            <a:avLst/>
          </a:prstGeom>
          <a:solidFill>
            <a:srgbClr val="5B6FAD"/>
          </a:solidFill>
          <a:ln w="12700">
            <a:solidFill>
              <a:srgbClr val="5B6F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229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+ Learn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 stand-up: share progress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Mini-lessons: augmentation, transfer learning, deployment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building models, track in spreadsheet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thinking about best model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8229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822960"/>
            <a:ext cx="274320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8229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60920" y="8229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+ Present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468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selection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 &amp; confusion matrix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presentation slides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afternoon: present to class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every morning at 9AM  |  Lunch whenever you want  |  Return by 2PM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fun with the project.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269748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036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Start together — build one model as a team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Track every model in a spreadsheet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 models with Pickle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Understand your errors, don't just chase accuracy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I'm here if you need help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Come find me anytime.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Image Classification Project</dc:title>
  <dc:subject>PptxGenJS Presentation</dc:subject>
  <dc:creator>PptxGenJS</dc:creator>
  <cp:lastModifiedBy>PptxGenJS</cp:lastModifiedBy>
  <cp:revision>1</cp:revision>
  <dcterms:created xsi:type="dcterms:W3CDTF">2026-04-13T17:59:29Z</dcterms:created>
  <dcterms:modified xsi:type="dcterms:W3CDTF">2026-04-13T17:59:29Z</dcterms:modified>
</cp:coreProperties>
</file>