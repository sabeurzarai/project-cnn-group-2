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FBEDC-9413-422E-9474-D9BC6E9FB98D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9308D-2088-4E9C-9A94-3F0D180B35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8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 Deployment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Building Interactive Apps with Gradio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to the Real World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Deployment  |  Gradio  |  Hands-On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Deployment?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Analogy: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is like cooking a meal in the kitchen.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opening a restaurant so others can eat it!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377440"/>
            <a:ext cx="2606040" cy="2377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514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944368"/>
            <a:ext cx="24231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&amp; teach the model on your computer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2377440"/>
            <a:ext cx="2606040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2514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6120" y="2944368"/>
            <a:ext cx="24231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the model available for others to use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2377440"/>
            <a:ext cx="2606040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5146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0760" y="2944368"/>
            <a:ext cx="24231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model makes predictions on new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35224" y="3566160"/>
            <a:ext cx="2011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9864" y="3566160"/>
            <a:ext cx="20116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Lifecycle — Where Does Deployment Fit?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28016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92024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128016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417320"/>
            <a:ext cx="128016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417320"/>
            <a:ext cx="128016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92024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1417320"/>
            <a:ext cx="12801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1280160"/>
            <a:ext cx="1463040" cy="12801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51760"/>
            <a:ext cx="8595360" cy="2240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Deployment Matters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Without deployment, your model only works on YOUR computer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5387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Deployment lets doctors, farmers, businesses and others use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8770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 bridges the gap between a research notebook and a real product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2153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Users don't need Python — they just interact with an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Deploy a CNN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252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/ FastAPI)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model in Python server.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image → get prediction via HTTP.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105156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13048" y="1252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9184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SageMaker, GCP Vertex AI,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— scalable &amp; managed.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05156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280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93408" y="12527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72200" y="18288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model + code in a container.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consistently.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301752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246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 / Edge)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Lite, ONNX.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on phone / IoT device.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54680" y="301752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2461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13048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/ Streamlit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91840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interactive UI.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demos and prototyping.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35040" y="3017520"/>
            <a:ext cx="2743200" cy="1783080"/>
          </a:xfrm>
          <a:prstGeom prst="rect">
            <a:avLst/>
          </a:prstGeom>
          <a:solidFill>
            <a:srgbClr val="1A3A6B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2461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93408" y="3218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72200" y="3794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model independently.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prediction as a JSON endpoint.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Method Comparison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321040" cy="3749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back-end APIs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(AWS/GCP)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&amp; prod deployments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(TFLite)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Offline, low-latency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/ 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Demos, research, teaching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Gradio?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open-source Python library that lets you build interactive web UIs for your ML models in just a few lines of code — no web development experience needed!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8072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web interface for your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11480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8072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live link with anyone (no server needed)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11480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178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Python function or ML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11480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41788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text, audio, video, slider, dropdown…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Gradio Works —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128016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755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2249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2194560"/>
            <a:ext cx="5715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909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0260" y="1645920"/>
            <a:ext cx="128016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0260" y="1755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80260" y="2249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0420" y="2194560"/>
            <a:ext cx="5715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645920"/>
            <a:ext cx="128016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1755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Gradio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249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5715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241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3580" y="1645920"/>
            <a:ext cx="128016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83580" y="1755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CNN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83580" y="2249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ML 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63740" y="2194560"/>
            <a:ext cx="5715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2039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645920"/>
            <a:ext cx="128016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7556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22494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 Label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017520"/>
            <a:ext cx="7635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20040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Result returned to user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429000"/>
            <a:ext cx="8412480" cy="1508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step-by-step: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uploads an image or enters text in the browser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14223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Gradio sends the input to your Python function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3982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CNN model processes the input and returns a prediction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465429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Gradio displays the output back in the browser automatically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Install Gradio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 3.8 or higher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 package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Internet connection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 trained ML model (or any Python function!)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Command 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Gradio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gradio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240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 install for CNN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880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tensorflow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2004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Pillow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520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404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1605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'import gradio'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Use a virtual environment (venv or conda) to keep your project dependencies clean.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1 — Hello, Gradio!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530352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gradio as gr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8516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3545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{name}! 👋"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8575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the interface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36042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fn=greet,       # function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inputs="text",  # input type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633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outputs="text"  #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3662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61772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52160" y="1051560"/>
            <a:ext cx="2926080" cy="3474720"/>
          </a:xfrm>
          <a:prstGeom prst="rect">
            <a:avLst/>
          </a:prstGeom>
          <a:solidFill>
            <a:srgbClr val="E0F2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does: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160020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609344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15819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Gradio library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02996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039112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011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any Python function (no special syntax!)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459736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68880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441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gr.Interface() wraps your function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288950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898648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8712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fn= is the function to call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31927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328416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3009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inputs= sets input widget type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3749040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758184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7307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outputs= sets how result is shown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417880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4187952"/>
            <a:ext cx="256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4160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demo.launch() starts the web server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782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Run: python app.py   →   Opens at: http://127.0.0.1:7860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 2 — CNN Image Classifier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cnn_app.py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365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gradio as gr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your saved 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tf.keras.models.load_model(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"my_cnn_model.h5"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 labels (your categories)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1513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["Cat", "Dog", "Bird"]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15361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classify_image(img):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7739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Resize to model input size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img.resize((224, 224))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22494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np.array(img) / 255.0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24871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np.expand_dims(arr, 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27249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preds = model.predict(arr)[0]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9626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dict(zip(labels, preds))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3200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43814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367588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fn=classify_image,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39136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inputs=gr.Image(type="pil"),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415137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outputs=gr.Label(num_top_classes=3)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43891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).launch()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gr.Image accepts uploads directly from webcam or file. gr.Label shows a bar chart of top predictions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Components Cheat Sheet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Components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114800" cy="3291841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gr.Image()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or webcam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gr.Textbox()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or paragraph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gr.Slider()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slider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gr.Dropdown()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from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gr.Audio()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Microphone or file 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gr.File()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file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 Components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114800" cy="3291841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gr.Label()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+ 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gr.Textbox()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any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gr.Image()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processed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gr.Plot()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gr.JSON()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gr.Audio()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synthesized 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7823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Mix and match! e.g.:  inputs=[gr.Image(), gr.Slider()],  outputs=[gr.Label(), gr.Image()]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Your Gradio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" cy="1188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Local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http://127.0.0.1:7860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can see it on your own machine.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95728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Public Share Link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4871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demo.launch(share=True)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https://xxxxx.gradio.live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1272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creates a temporary public URL valid for 72 hours. Share with anyone!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841248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94176"/>
            <a:ext cx="10972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85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HuggingFace Spaces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7856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to HF Spaces repo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huggingface.co/spaces/username/app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256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permanent hosting! Upload your code and model to Hugging Face Spaces.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983480"/>
            <a:ext cx="8412480" cy="137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20700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= Making your model accessible to the real world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65376"/>
            <a:ext cx="6400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97510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options exist: Flask, Docker, Cloud, Mobile, Gradio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33472"/>
            <a:ext cx="6400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5234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74320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is the easiest way to demo a CNN model interactively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1568"/>
            <a:ext cx="6400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20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51129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 lines: import gradio, define a function, call gr.Interface().launch()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69664"/>
            <a:ext cx="6400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8853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27939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instantly with share=True or host forever on HuggingFace Spaces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your first Gradio app! 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Deployment &amp; Gradio</dc:title>
  <dc:subject>PptxGenJS Presentation</dc:subject>
  <dc:creator>PptxGenJS</dc:creator>
  <cp:lastModifiedBy>PptxGenJS</cp:lastModifiedBy>
  <cp:revision>2</cp:revision>
  <dcterms:created xsi:type="dcterms:W3CDTF">2026-04-15T20:23:41Z</dcterms:created>
  <dcterms:modified xsi:type="dcterms:W3CDTF">2026-04-16T04:23:34Z</dcterms:modified>
</cp:coreProperties>
</file>